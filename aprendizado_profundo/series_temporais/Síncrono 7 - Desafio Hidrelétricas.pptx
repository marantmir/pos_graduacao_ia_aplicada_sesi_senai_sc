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</p:sldIdLst>
  <p:sldSz cx="12192000" cy="6858000"/>
  <p:notesSz cx="6858000" cy="9144000"/>
  <p:embeddedFontLst>
    <p:embeddedFont>
      <p:font typeface="Open Sans" panose="020B0604020202020204" charset="0"/>
      <p:regular r:id="rId10"/>
      <p:bold r:id="rId11"/>
      <p:italic r:id="rId12"/>
      <p:boldItalic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7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e429779b1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g1e429779b1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7957dd9ab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7957dd9ab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>
  <p:cSld name="1_Slide de Títul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rgbClr val="37BFF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9048997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9048997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34448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34448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30897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839789" y="365125"/>
            <a:ext cx="928075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317854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>
            <a:spLocks noGrp="1"/>
          </p:cNvSpPr>
          <p:nvPr>
            <p:ph type="title"/>
          </p:nvPr>
        </p:nvSpPr>
        <p:spPr>
          <a:xfrm rot="5400000">
            <a:off x="623678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005C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body" idx="1"/>
          </p:nvPr>
        </p:nvSpPr>
        <p:spPr>
          <a:xfrm rot="5400000">
            <a:off x="1140631" y="-358257"/>
            <a:ext cx="5811838" cy="7258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>
            <a:spLocks noGrp="1"/>
          </p:cNvSpPr>
          <p:nvPr>
            <p:ph type="ctrTitle"/>
          </p:nvPr>
        </p:nvSpPr>
        <p:spPr>
          <a:xfrm>
            <a:off x="1524000" y="2749350"/>
            <a:ext cx="9144000" cy="17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 dirty="0" smtClean="0"/>
              <a:t>Inteligência Artificial Aplicada</a:t>
            </a:r>
            <a:endParaRPr dirty="0"/>
          </a:p>
        </p:txBody>
      </p:sp>
      <p:sp>
        <p:nvSpPr>
          <p:cNvPr id="81" name="Google Shape;81;p14"/>
          <p:cNvSpPr txBox="1">
            <a:spLocks noGrp="1"/>
          </p:cNvSpPr>
          <p:nvPr>
            <p:ph type="subTitle" idx="1"/>
          </p:nvPr>
        </p:nvSpPr>
        <p:spPr>
          <a:xfrm>
            <a:off x="1524000" y="2088868"/>
            <a:ext cx="9144000" cy="75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4600"/>
              <a:t>Pós-graduação em</a:t>
            </a:r>
            <a:endParaRPr sz="4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 dirty="0" err="1" smtClean="0"/>
              <a:t>Deep</a:t>
            </a:r>
            <a:r>
              <a:rPr lang="pt-BR" dirty="0" smtClean="0"/>
              <a:t> Learning</a:t>
            </a:r>
            <a:endParaRPr dirty="0"/>
          </a:p>
        </p:txBody>
      </p:sp>
      <p:sp>
        <p:nvSpPr>
          <p:cNvPr id="87" name="Google Shape;87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064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9048997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/>
              <a:t>Problema </a:t>
            </a:r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9048997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pt-BR" dirty="0" smtClean="0"/>
              <a:t>Séries temporais </a:t>
            </a:r>
            <a:r>
              <a:rPr lang="pt-BR" dirty="0"/>
              <a:t>de dados </a:t>
            </a:r>
            <a:r>
              <a:rPr lang="pt-BR" dirty="0" smtClean="0"/>
              <a:t>de </a:t>
            </a:r>
            <a:r>
              <a:rPr lang="pt-BR" dirty="0"/>
              <a:t>uma hidrelétrica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9950" y="1511638"/>
            <a:ext cx="50482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450" y="1335413"/>
            <a:ext cx="5524500" cy="368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>
            <a:spLocks noGrp="1"/>
          </p:cNvSpPr>
          <p:nvPr>
            <p:ph type="title"/>
          </p:nvPr>
        </p:nvSpPr>
        <p:spPr>
          <a:xfrm>
            <a:off x="811725" y="185950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3500"/>
              <a:t>Problema - Dados de extensômetros</a:t>
            </a:r>
            <a:endParaRPr sz="3500"/>
          </a:p>
        </p:txBody>
      </p:sp>
      <p:sp>
        <p:nvSpPr>
          <p:cNvPr id="101" name="Google Shape;101;p17"/>
          <p:cNvSpPr txBox="1"/>
          <p:nvPr/>
        </p:nvSpPr>
        <p:spPr>
          <a:xfrm>
            <a:off x="4764148" y="5499182"/>
            <a:ext cx="65628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>
                <a:latin typeface="Calibri"/>
                <a:ea typeface="Calibri"/>
                <a:cs typeface="Calibri"/>
                <a:sym typeface="Calibri"/>
              </a:rPr>
              <a:t>Deslocamento/contração </a:t>
            </a:r>
            <a:r>
              <a:rPr lang="pt-BR" dirty="0" smtClean="0">
                <a:latin typeface="Calibri"/>
                <a:ea typeface="Calibri"/>
                <a:cs typeface="Calibri"/>
                <a:sym typeface="Calibri"/>
              </a:rPr>
              <a:t>em milímetros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908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11430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36153"/>
              <a:buNone/>
            </a:pPr>
            <a:r>
              <a:rPr lang="pt-BR" sz="497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Neste exercício, você é um cientista de dados examinando dados de  </a:t>
            </a:r>
            <a:r>
              <a:rPr lang="pt-BR" sz="497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Extensômetros</a:t>
            </a:r>
            <a:r>
              <a:rPr lang="pt-BR" sz="497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uma hidrelétrica. Você foi encarregado de fazer todo o tratamento de dados, detecção de anomalias e análises estatísticas. De acordo com o especialista, uma medida diária já é mais que suficiente para interpretar os dados. O especialista também comentou para desconsiderar os dados antes de 2008, pois a instrumentação ainda estava se adaptando a estrutura geológica da barragem.</a:t>
            </a:r>
            <a:endParaRPr sz="4978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07637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AutoNum type="alphaLcParenR"/>
            </a:pPr>
            <a:r>
              <a:rPr lang="pt-BR" sz="4978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Manipulação de dados</a:t>
            </a:r>
            <a:r>
              <a:rPr lang="pt-BR" sz="4978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pt-BR" sz="4978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extraia </a:t>
            </a:r>
            <a:r>
              <a:rPr lang="pt-BR" sz="4978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pt-BR" sz="4978" dirty="0" err="1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dataset</a:t>
            </a:r>
            <a:r>
              <a:rPr lang="pt-BR" sz="4978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de </a:t>
            </a:r>
            <a:r>
              <a:rPr lang="pt-BR" sz="497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dados brutos (straingauge_raw.csv</a:t>
            </a:r>
            <a:r>
              <a:rPr lang="pt-BR" sz="4978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);</a:t>
            </a:r>
            <a:endParaRPr sz="4978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07637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AutoNum type="alphaLcParenR"/>
            </a:pPr>
            <a:r>
              <a:rPr lang="pt-BR" sz="4978" b="1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Tratamento </a:t>
            </a:r>
            <a:r>
              <a:rPr lang="pt-BR" sz="4978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 dados faltantes: </a:t>
            </a:r>
            <a:r>
              <a:rPr lang="pt-BR" sz="497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</a:t>
            </a:r>
            <a:r>
              <a:rPr lang="pt-BR" sz="497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dataframe</a:t>
            </a:r>
            <a:r>
              <a:rPr lang="pt-BR" sz="497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final possui dados faltantes? </a:t>
            </a:r>
            <a:r>
              <a:rPr lang="pt-BR" sz="4978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 sim, como fará o tratamento deles? Analise bem o </a:t>
            </a:r>
            <a:r>
              <a:rPr lang="pt-BR" sz="4978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dataset</a:t>
            </a:r>
            <a:r>
              <a:rPr lang="pt-BR" sz="4978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final, como lidar com os dados</a:t>
            </a:r>
            <a:r>
              <a:rPr lang="pt-BR" sz="4978" b="1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457200" lvl="0" indent="-307637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AutoNum type="alphaLcParenR"/>
            </a:pPr>
            <a:r>
              <a:rPr lang="pt-BR" sz="4978" b="1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Detecção </a:t>
            </a:r>
            <a:r>
              <a:rPr lang="pt-BR" sz="4978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 anomalias:</a:t>
            </a:r>
            <a:r>
              <a:rPr lang="pt-BR" sz="497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utilize algum método de detecção de anomalias, plote os gráficos dos </a:t>
            </a:r>
            <a:r>
              <a:rPr lang="pt-BR" sz="4978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extensômetros</a:t>
            </a:r>
            <a:r>
              <a:rPr lang="pt-BR" sz="497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com as anomalias em vermelho, </a:t>
            </a:r>
            <a:r>
              <a:rPr lang="pt-BR" sz="4978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explique o motivo da escolha do método de detecção.</a:t>
            </a:r>
            <a:endParaRPr sz="4978" b="1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lvl="0" indent="-307637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AutoNum type="alphaLcParenR"/>
            </a:pPr>
            <a:r>
              <a:rPr lang="pt-BR" sz="4978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Normalização e Remoção de anomalias:</a:t>
            </a:r>
            <a:r>
              <a:rPr lang="pt-BR" sz="4978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1) Aplique uma técnica de normalização nos dados com anomalias e plote o gráfico normalizado. 2) Depois, remova as anomalias, normalize e plote o gráfico normalizado, </a:t>
            </a:r>
            <a:r>
              <a:rPr lang="pt-BR" sz="4978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que mudou? Experimente diferentes tipos de normalização e compare os gráficos</a:t>
            </a:r>
            <a:r>
              <a:rPr lang="pt-BR" sz="4978" b="1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marL="457200" lvl="0" indent="-307637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AutoNum type="alphaLcParenR"/>
            </a:pPr>
            <a:r>
              <a:rPr lang="pt-BR" sz="4978" b="1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Escolha dois sensores e verifique se existe alguma correlação temporal entre eles.</a:t>
            </a:r>
          </a:p>
          <a:p>
            <a:pPr marL="457200" lvl="0" indent="-307637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AutoNum type="alphaLcParenR"/>
            </a:pPr>
            <a:r>
              <a:rPr lang="pt-BR" sz="4978" b="1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Faça a predição de um dos sensores. Utilize LSTM e outras técnicas como </a:t>
            </a:r>
            <a:r>
              <a:rPr lang="pt-BR" sz="4978" b="1" dirty="0" err="1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Xgboost</a:t>
            </a:r>
            <a:r>
              <a:rPr lang="pt-BR" sz="4978" b="1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pt-BR" sz="4978" b="1" dirty="0" err="1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Random</a:t>
            </a:r>
            <a:r>
              <a:rPr lang="pt-BR" sz="4978" b="1" dirty="0" err="1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Forest</a:t>
            </a:r>
            <a:r>
              <a:rPr lang="pt-BR" sz="4978" b="1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compare métricas. </a:t>
            </a:r>
            <a:r>
              <a:rPr lang="pt-BR" sz="4978" b="1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Defina um horizonte de predição e explique o porquê.</a:t>
            </a:r>
          </a:p>
          <a:p>
            <a:pPr marL="457200" lvl="0" indent="-307637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Open Sans"/>
              <a:buAutoNum type="alphaLcParenR"/>
            </a:pPr>
            <a:r>
              <a:rPr lang="pt-BR" sz="4978" b="1" dirty="0" smtClean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Extra: faça a predição do sensor escolhido, mas utilizando os dados de outros.</a:t>
            </a:r>
            <a:endParaRPr sz="4978" b="1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3071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endParaRPr sz="24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9344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3500"/>
              <a:t>Problema  - Dados de extensômetros</a:t>
            </a:r>
            <a:endParaRPr sz="3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2"/>
          <p:cNvSpPr txBox="1"/>
          <p:nvPr/>
        </p:nvSpPr>
        <p:spPr>
          <a:xfrm>
            <a:off x="5690108" y="4112547"/>
            <a:ext cx="1389508" cy="492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pt-BR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239</a:t>
            </a:r>
            <a:r>
              <a:rPr lang="pt-BR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5745</a:t>
            </a:r>
            <a:endParaRPr/>
          </a:p>
        </p:txBody>
      </p:sp>
      <p:pic>
        <p:nvPicPr>
          <p:cNvPr id="197" name="Google Shape;197;p32" descr="Desenho de um círculo&#10;&#10;Descrição gerada automaticamente com confiança mé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42457" y="4234824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2"/>
          <p:cNvSpPr txBox="1"/>
          <p:nvPr/>
        </p:nvSpPr>
        <p:spPr>
          <a:xfrm>
            <a:off x="3043098" y="3620344"/>
            <a:ext cx="6105803" cy="492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Rodovia SC-401</a:t>
            </a:r>
            <a:r>
              <a:rPr lang="pt-BR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3730</a:t>
            </a:r>
            <a:r>
              <a:rPr lang="pt-BR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Bairro S</a:t>
            </a: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aco Grande</a:t>
            </a:r>
            <a:r>
              <a:rPr lang="pt-BR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pt-BR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Florianópolis/SC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310</Words>
  <Application>Microsoft Office PowerPoint</Application>
  <PresentationFormat>Widescreen</PresentationFormat>
  <Paragraphs>19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Open Sans</vt:lpstr>
      <vt:lpstr>Calibri</vt:lpstr>
      <vt:lpstr>Arial</vt:lpstr>
      <vt:lpstr>Tema do Office</vt:lpstr>
      <vt:lpstr>Apresentação do PowerPoint</vt:lpstr>
      <vt:lpstr>Inteligência Artificial Aplicada</vt:lpstr>
      <vt:lpstr>Deep Learning</vt:lpstr>
      <vt:lpstr>Problema </vt:lpstr>
      <vt:lpstr>Problema - Dados de extensômetros</vt:lpstr>
      <vt:lpstr>Problema  - Dados de extensômetros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GIANCARLO MARCHESINI</dc:creator>
  <cp:lastModifiedBy>GIANCARLO MARCHESINI</cp:lastModifiedBy>
  <cp:revision>6</cp:revision>
  <dcterms:modified xsi:type="dcterms:W3CDTF">2025-10-27T11:52:41Z</dcterms:modified>
</cp:coreProperties>
</file>